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sldIdLst>
    <p:sldId id="260" r:id="rId3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</p:bodyStyle>
    <p:otherStyle>
      <a:lvl1pPr marL="228600" indent="-228600" algn="l" defTabSz="914400" rtl="0" eaLnBrk="1" latinLnBrk="0" hangingPunct="1">
        <a:lnSpc>
          <a:spcPct val="100000"/>
        </a:lnSpc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  <p:sldLayoutIdLst>
    <p:sldLayoutId id="214748366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C1986-A4A3-5A45-852E-EFFA9B41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54000"/>
            <a:ext cx="81280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 indent="0" defTabSz="914400">
              <a:lnSpc>
                <a:spcPct val="90000"/>
              </a:lnSpc>
              <a:buNone/>
            </a:pPr>
            <a:r>
              <a:rPr lang="en-US" sz="4400" dirty="0">
                <a:solidFill>
                  <a:schemeClr val="bg1"/>
                </a:solidFill>
              </a:rPr>
              <a:t>Feature Comparison</a:t>
            </a:r>
            <a:endParaRPr b="0" lang="en-US" sz="4400" spc="-1" strike="noStri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F1D67-25E0-F54A-8B84-7450D5AF51F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62000" y="1231900"/>
            <a:ext cx="4318000" cy="3429000"/>
          </a:xfrm>
        </p:spPr>
        <p:txBody>
          <a:bodyPr numCol="1" anchor="ctr">
            <a:normAutofit fontScale="850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Install the package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Configure the runtime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Initialize the project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Write the first module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Run the </a:t>
            </a:r>
            <a:r>
              <a:rPr lang="en-US" sz="2400" dirty="0" err="1"/>
              <a:t>test</a:t>
            </a:r>
            <a:r>
              <a:rPr lang="en-US" sz="2400" dirty="0"/>
              <a:t> suite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2B3A59-4E9A-41A8-8C36-97F53E2C1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34000" y="1422400"/>
            <a:ext cx="3683000" cy="3429000"/>
          </a:xfrm>
        </p:spPr>
        <p:txBody>
          <a:bodyPr numCol="1" anchor="ctr">
            <a:normAutofit fontScale="850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Version control basics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Branching and merging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Code review workflow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Continuous integration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w Cen MT">
      <a:majorFont>
        <a:latin typeface="Tw Cen MT" panose="020B0602020104020603"/>
        <a:ea typeface=""/>
        <a:cs typeface=""/>
      </a:majorFont>
      <a:minorFont>
        <a:latin typeface="Tw Cen MT" panose="020B0602020104020603"/>
        <a:ea typeface=""/>
        <a:cs typeface=""/>
      </a:minorFont>
    </a:fontScheme>
  </a:themeElements>
</a:theme>
</file>