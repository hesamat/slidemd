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sldIdLst>
    <p:sldId id="260" r:id="rId3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lvl1pPr marL="228600" indent="-228600" algn="l" defTabSz="914400" rtl="0" eaLnBrk="1" latinLnBrk="0" hangingPunct="1">
        <a:lnSpc>
          <a:spcPct val="100000"/>
        </a:lnSpc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  <p:sldLayoutIdLst>
    <p:sldLayoutId id="214748366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r>
              <a:rPr lang="en-US" sz="4000" b="1">
                <a:solidFill>
                  <a:srgbClr val="1F2937"/>
                </a:solidFill>
                <a:latin typeface="Calibri"/>
              </a:rPr>
              <a:t>Manual Flowchart</a:t>
            </a:r>
          </a:p>
        </p:txBody>
      </p:sp>
      <p:sp>
        <p:nvSpPr>
          <p:cNvPr id="3" name="Step A"/>
          <p:cNvSpPr/>
          <p:nvPr/>
        </p:nvSpPr>
        <p:spPr>
          <a:xfrm>
            <a:off x="914400" y="914400"/>
            <a:ext cx="2743200" cy="685800"/>
          </a:xfrm>
          <a:prstGeom prst="roundRect">
            <a:avLst/>
          </a:prstGeom>
          <a:solidFill>
            <a:srgbClr val="5B9BD5"/>
          </a:solidFill>
          <a:ln w="19050">
            <a:solidFill>
              <a:srgbClr val="000000"/>
            </a:solidFill>
          </a:ln>
        </p:spPr>
        <p:txBody>
          <a:bodyPr anchor="ctr"/>
          <a:p>
            <a:r>
              <a:rPr lang="en-US" sz="2000">
                <a:solidFill>
                  <a:srgbClr val="FFFFFF"/>
                </a:solidFill>
                <a:latin typeface="Calibri"/>
              </a:rPr>
              <a:t>Step A</a:t>
            </a:r>
          </a:p>
        </p:txBody>
      </p:sp>
      <p:sp>
        <p:nvSpPr>
          <p:cNvPr id="4" name="Step B"/>
          <p:cNvSpPr/>
          <p:nvPr/>
        </p:nvSpPr>
        <p:spPr>
          <a:xfrm>
            <a:off x="914400" y="2286000"/>
            <a:ext cx="2743200" cy="685800"/>
          </a:xfrm>
          <a:prstGeom prst="roundRect">
            <a:avLst/>
          </a:prstGeom>
          <a:solidFill>
            <a:srgbClr val="ED7D31"/>
          </a:solidFill>
          <a:ln w="19050">
            <a:solidFill>
              <a:srgbClr val="000000"/>
            </a:solidFill>
          </a:ln>
        </p:spPr>
        <p:txBody>
          <a:bodyPr anchor="ctr"/>
          <a:p>
            <a:r>
              <a:rPr lang="en-US" sz="2000">
                <a:solidFill>
                  <a:srgbClr val="FFFFFF"/>
                </a:solidFill>
                <a:latin typeface="Calibri"/>
              </a:rPr>
              <a:t>Step B</a:t>
            </a:r>
          </a:p>
        </p:txBody>
      </p:sp>
      <p:cxnSp>
        <p:nvCxnSpPr>
          <p:cNvPr id="5" name="Arrow A-B"/>
          <p:cNvCxnSpPr/>
          <p:nvPr/>
        </p:nvCxnSpPr>
        <p:spPr>
          <a:xfrm>
            <a:off x="2211570" y="1600200"/>
            <a:ext cx="12700" cy="685800"/>
          </a:xfrm>
          <a:prstGeom prst="straightConnector1">
            <a:avLst/>
          </a:prstGeom>
          <a:ln w="28575">
            <a:solidFill>
              <a:srgbClr val="156082"/>
            </a:solidFill>
            <a:tailEnd type="triangle" w="med" len="med"/>
          </a:ln>
        </p:spPr>
      </p:cxnSp>
      <p:grpSp>
        <p:nvGrpSpPr>
          <p:cNvPr id="10" name="Group Diagram"/>
          <p:cNvGrpSpPr/>
          <p:nvPr/>
        </p:nvGrpSpPr>
        <p:grpSpPr>
          <a:xfrm>
            <a:off x="5486400" y="914400"/>
            <a:ext cx="2743200" cy="1600200"/>
            <a:chOff x="0" y="0"/>
            <a:chExt cx="2743200" cy="1600200"/>
          </a:xfrm>
          <a:noFill/>
        </p:grpSpPr>
        <p:sp>
          <p:nvSpPr>
            <p:cNvPr id="11" name="G1"/>
            <p:cNvSpPr/>
            <p:nvPr/>
          </p:nvSpPr>
          <p:spPr>
            <a:xfrm>
              <a:off x="0" y="0"/>
              <a:ext cx="1143000" cy="685800"/>
            </a:xfrm>
            <a:prstGeom prst="roundRect">
              <a:avLst/>
            </a:prstGeom>
            <a:solidFill>
              <a:srgbClr val="70AD47"/>
            </a:solidFill>
            <a:ln w="19050">
              <a:solidFill>
                <a:srgbClr val="000000"/>
              </a:solidFill>
            </a:ln>
          </p:spPr>
          <p:txBody>
            <a:bodyPr anchor="ctr"/>
            <a:p>
              <a:r>
                <a:rPr lang="en-US" sz="2000">
                  <a:solidFill>
                    <a:srgbClr val="FFFFFF"/>
                  </a:solidFill>
                  <a:latin typeface="Calibri"/>
                </a:rPr>
                <a:t>G1</a:t>
              </a:r>
            </a:p>
          </p:txBody>
        </p:sp>
        <p:sp>
          <p:nvSpPr>
            <p:cNvPr id="12" name="G2"/>
            <p:cNvSpPr/>
            <p:nvPr/>
          </p:nvSpPr>
          <p:spPr>
            <a:xfrm>
              <a:off x="0" y="914400"/>
              <a:ext cx="1143000" cy="685800"/>
            </a:xfrm>
            <a:prstGeom prst="roundRect">
              <a:avLst/>
            </a:prstGeom>
            <a:solidFill>
              <a:srgbClr val="70AD47"/>
            </a:solidFill>
            <a:ln w="19050">
              <a:solidFill>
                <a:srgbClr val="000000"/>
              </a:solidFill>
            </a:ln>
          </p:spPr>
          <p:txBody>
            <a:bodyPr anchor="ctr"/>
            <a:p>
              <a:r>
                <a:rPr lang="en-US" sz="2000">
                  <a:solidFill>
                    <a:srgbClr val="FFFFFF"/>
                  </a:solidFill>
                  <a:latin typeface="Calibri"/>
                </a:rPr>
                <a:t>G2</a:t>
              </a:r>
            </a:p>
          </p:txBody>
        </p:sp>
        <p:cxnSp>
          <p:nvCxnSpPr>
            <p:cNvPr id="13" name="Group Arrow"/>
            <p:cNvCxnSpPr/>
            <p:nvPr/>
          </p:nvCxnSpPr>
          <p:spPr>
            <a:xfrm>
              <a:off x="1143000" y="342900"/>
              <a:ext cx="1143000" cy="0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 w="med" len="med"/>
            </a:ln>
          </p:spPr>
        </p:cxnSp>
      </p:grpSp>
    </p:spTree>
  </p:cSld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w Cen MT">
      <a:majorFont>
        <a:latin typeface="Tw Cen MT" panose="020B0602020104020603"/>
        <a:ea typeface=""/>
        <a:cs typeface=""/>
      </a:majorFont>
      <a:minorFont>
        <a:latin typeface="Tw Cen MT" panose="020B0602020104020603"/>
        <a:ea typeface=""/>
        <a:cs typeface=""/>
      </a:minorFont>
    </a:fontScheme>
  </a:themeElements>
</a:theme>
</file>