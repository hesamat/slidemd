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sldIdLst>
    <p:sldId id="260" r:id="rId3"/>
  </p:sldIdLst>
  <p:sldSz cx="9144000" cy="5143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</p:bodyStyle>
    <p:otherStyle>
      <a:lvl1pPr marL="228600" indent="-228600" algn="l" defTabSz="914400" rtl="0" eaLnBrk="1" latinLnBrk="0" hangingPunct="1">
        <a:lnSpc>
          <a:spcPct val="100000"/>
        </a:lnSpc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  <p:sldLayoutIdLst>
    <p:sldLayoutId id="2147483661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C1986-A4A3-5A45-852E-EFFA9B41A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54000"/>
            <a:ext cx="6350000" cy="635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 indent="0" defTabSz="914400">
              <a:lnSpc>
                <a:spcPct val="90000"/>
              </a:lnSpc>
              <a:buNone/>
            </a:pPr>
            <a:r>
              <a:rPr lang="en-US" sz="4400" dirty="0">
                <a:solidFill>
                  <a:schemeClr val="bg1"/>
                </a:solidFill>
              </a:rPr>
              <a:t>Getting Started</a:t>
            </a:r>
            <a:endParaRPr b="0" lang="en-US" sz="4400" spc="-1" strike="noStri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03881-0741-A846-9923-281696198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143000"/>
            <a:ext cx="7620000" cy="3429000"/>
          </a:xfrm>
        </p:spPr>
        <p:txBody>
          <a:bodyPr anchor="ctr">
            <a:normAutofit lnSpcReduction="10000"/>
          </a:bodyPr>
          <a:lstStyle/>
          <a:p>
            <a:r>
              <a:rPr lang="en-US" dirty="0">
                <a:solidFill>
                  <a:schemeClr val="bg1"/>
                </a:solidFill>
              </a:rPr>
              <a:t>Download the latest release</a:t>
            </a:r>
          </a:p>
          <a:p>
            <a:r>
              <a:rPr lang="en-US" dirty="0">
                <a:solidFill>
                  <a:schemeClr val="bg1"/>
                </a:solidFill>
              </a:rPr>
              <a:t>Install the command line tool</a:t>
            </a:r>
          </a:p>
          <a:p>
            <a:r>
              <a:rPr lang="en-US" dirty="0">
                <a:solidFill>
                  <a:schemeClr val="bg1"/>
                </a:solidFill>
              </a:rPr>
              <a:t>Verify the install with a version check</a:t>
            </a:r>
          </a:p>
        </p:txBody>
      </p:sp>
      <p:pic>
        <p:nvPicPr>
          <p:cNvPr id="10" name="Picture 9" descr="">
            <a:extLst>
              <a:ext uri="{FF2B5EF4-FFF2-40B4-BE49-F238E27FC236}">
                <a16:creationId xmlns:a16="http://schemas.microsoft.com/office/drawing/2014/main" id="{A8580954-7034-2141-77FC-9AF7302EBC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 flipH="1">
            <a:off x="7366000" y="698500"/>
            <a:ext cx="254000" cy="25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Tw Cen MT">
      <a:majorFont>
        <a:latin typeface="Tw Cen MT" panose="020B0602020104020603"/>
        <a:ea typeface=""/>
        <a:cs typeface=""/>
      </a:majorFont>
      <a:minorFont>
        <a:latin typeface="Tw Cen MT" panose="020B0602020104020603"/>
        <a:ea typeface=""/>
        <a:cs typeface=""/>
      </a:minorFont>
    </a:fontScheme>
  </a:themeElements>
</a:theme>
</file>