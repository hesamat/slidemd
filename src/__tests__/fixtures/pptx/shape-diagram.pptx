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sldIdLst>
    <p:sldId id="260" r:id="rId3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</p:bodyStyle>
    <p:otherStyle>
      <a:lvl1pPr marL="228600" indent="-228600" algn="l" defTabSz="914400" rtl="0" eaLnBrk="1" latinLnBrk="0" hangingPunct="1">
        <a:lnSpc>
          <a:spcPct val="100000"/>
        </a:lnSpc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  <p:sldLayoutIdLst>
    <p:sldLayoutId id="214748366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C1986-A4A3-5A45-852E-EFFA9B41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54000"/>
            <a:ext cx="81280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 indent="0" defTabSz="914400">
              <a:lnSpc>
                <a:spcPct val="90000"/>
              </a:lnSpc>
              <a:buNone/>
            </a:pPr>
            <a:r>
              <a:rPr lang="en-US" sz="4400" dirty="0">
                <a:solidFill>
                  <a:schemeClr val="bg1"/>
                </a:solidFill>
              </a:rPr>
              <a:t>System Architecture</a:t>
            </a:r>
            <a:endParaRPr b="0" lang="en-US" sz="4400" spc="-1" strike="noStrike"/>
          </a:p>
        </p:txBody>
      </p:sp>
      <p:grpSp>
        <p:nvGrpSpPr>
          <p:cNvPr id="10" name="Diagram 1"/>
          <p:cNvGrpSpPr/>
          <p:nvPr/>
        </p:nvGrpSpPr>
        <p:grpSpPr>
          <a:xfrm>
            <a:off x="2286000" y="1778000"/>
            <a:ext cx="4572000" cy="1524000"/>
            <a:chOff x="0" y="0"/>
            <a:chExt cx="4572000" cy="1524000"/>
          </a:xfrm>
        </p:grpSpPr>
        <p:sp>
          <p:nvSpPr>
            <p:cNvPr id="11" name="Box 1"/>
            <p:cNvSpPr/>
            <p:nvPr/>
          </p:nvSpPr>
          <p:spPr>
            <a:xfrm>
              <a:off x="0" y="381000"/>
              <a:ext cx="1778000" cy="762000"/>
            </a:xfrm>
            <a:prstGeom prst="roundRect">
              <a:avLst/>
            </a:prstGeom>
            <a:solidFill>
              <a:srgbClr val="DBEFF9"/>
            </a:solidFill>
            <a:ln w="12700">
              <a:solidFill>
                <a:srgbClr val="333333"/>
              </a:solidFill>
            </a:ln>
          </p:spPr>
          <p:txBody>
            <a:bodyPr anchor="ctr"/>
            <a:lstStyle/>
            <a:p>
              <a:pPr algn="ctr"/>
              <a:r>
                <a:rPr lang="en-US" sz="1800" dirty="0"/>
                <a:t>Client</a:t>
              </a:r>
            </a:p>
          </p:txBody>
        </p:sp>
        <p:cxnSp>
          <p:nvCxnSpPr>
            <p:cNvPr id="13" name="Connector 3"/>
            <p:cNvCxnSpPr/>
            <p:nvPr/>
          </p:nvCxnSpPr>
          <p:spPr>
            <a:xfrm>
              <a:off x="1778000" y="762000"/>
              <a:ext cx="1524000" cy="0"/>
            </a:xfrm>
            <a:prstGeom prst="straightConnector1">
              <a:avLst/>
            </a:prstGeom>
            <a:ln w="19050">
              <a:solidFill>
                <a:srgbClr val="333333"/>
              </a:solidFill>
              <a:tailEnd type="triangle"/>
            </a:ln>
          </p:spPr>
        </p:cxnSp>
        <p:sp>
          <p:nvSpPr>
            <p:cNvPr id="12" name="Box 2"/>
            <p:cNvSpPr/>
            <p:nvPr/>
          </p:nvSpPr>
          <p:spPr>
            <a:xfrm>
              <a:off x="3302000" y="381000"/>
              <a:ext cx="1270000" cy="762000"/>
            </a:xfrm>
            <a:prstGeom prst="roundRect">
              <a:avLst/>
            </a:prstGeom>
            <a:solidFill>
              <a:srgbClr val="A5C249"/>
            </a:solidFill>
            <a:ln w="12700">
              <a:solidFill>
                <a:srgbClr val="333333"/>
              </a:solidFill>
            </a:ln>
          </p:spPr>
          <p:txBody>
            <a:bodyPr anchor="ctr"/>
            <a:lstStyle/>
            <a:p>
              <a:pPr algn="ctr"/>
              <a:r>
                <a:rPr lang="en-US" sz="1800" dirty="0"/>
                <a:t>Server</a:t>
              </a:r>
            </a:p>
          </p:txBody>
        </p:sp>
      </p:grpSp>
    </p:spTree>
  </p:cSld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w Cen MT">
      <a:majorFont>
        <a:latin typeface="Tw Cen MT" panose="020B0602020104020603"/>
        <a:ea typeface=""/>
        <a:cs typeface=""/>
      </a:majorFont>
      <a:minorFont>
        <a:latin typeface="Tw Cen MT" panose="020B0602020104020603"/>
        <a:ea typeface=""/>
        <a:cs typeface=""/>
      </a:minorFont>
    </a:fontScheme>
  </a:themeElements>
</a:theme>
</file>