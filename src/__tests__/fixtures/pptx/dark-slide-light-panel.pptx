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sldIdLst>
    <p:sldId id="260" r:id="rId3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lvl1pPr marL="228600" indent="-228600" algn="l" defTabSz="914400" rtl="0" eaLnBrk="1" latinLnBrk="0" hangingPunct="1">
        <a:lnSpc>
          <a:spcPct val="100000"/>
        </a:lnSpc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  <p:sldLayoutIdLst>
    <p:sldLayoutId id="214748366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1986-A4A3-5A45-852E-EFFA9B41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000"/>
            <a:ext cx="8128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 indent="0" defTabSz="914400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1"/>
                </a:solidFill>
              </a:rPr>
              <a:t>Dictionary Methods</a:t>
            </a:r>
            <a:endParaRPr b="0" lang="en-US" sz="4400" spc="-1" strike="noStrike"/>
          </a:p>
        </p:txBody>
      </p:sp>
      <p:sp>
        <p:nvSpPr>
          <p:cNvPr id="3" name="Content Placeholder 2"/>
          <p:cNvSpPr/>
          <p:nvPr>
            <p:ph type="body" sz="half" idx="1"/>
          </p:nvPr>
        </p:nvSpPr>
        <p:spPr>
          <a:xfrm>
            <a:off x="762000" y="1524000"/>
            <a:ext cx="8128000" cy="381000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anchor="t"/>
          <a:lstStyle/>
          <a:p>
            <a:pPr marL="342900" indent="-342900">
              <a:buFont typeface="Arial"/>
              <a:buChar char="•"/>
            </a:pPr>
            <a:r>
              <a:rPr lang="en-US" sz="2400" dirty="0"/>
              <a:t>keys() returns the key view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values() returns the value view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items() yields key/value pairs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w Cen MT">
      <a:majorFont>
        <a:latin typeface="Tw Cen MT" panose="020B0602020104020603"/>
        <a:ea typeface=""/>
        <a:cs typeface=""/>
      </a:majorFont>
      <a:minorFont>
        <a:latin typeface="Tw Cen MT" panose="020B0602020104020603"/>
        <a:ea typeface=""/>
        <a:cs typeface=""/>
      </a:minorFont>
    </a:fontScheme>
  </a:themeElements>
</a:theme>
</file>